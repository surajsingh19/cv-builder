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Suraj Singh</a:t>
            </a:r>
            <a:pPr indent="0" marL="0">
              <a:buNone/>
            </a:pPr>
            <a:r>
              <a:rPr lang="en-US" sz="24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168178   |   suraj.singh2@exlservice.com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817352" y="6355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468880" cy="14173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34440"/>
            <a:ext cx="21396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468880" cy="379476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651760"/>
            <a:ext cx="2139696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54680" y="1234440"/>
            <a:ext cx="8577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 with 7+ years of experience designing and delivering Generative AI and Multi-Agentic solutions for enterprise use cases. Specializes in building production-grade LLM applications, RAG pipelines, and LLMOps platforms on AWS, with deep expertise across Python, ML, and NLP. Combines strong architectural thinking with hands-on engineering to translate business problems into scalable, measurable AI outcomes.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2743200"/>
            <a:ext cx="8577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EXL   ·   Current Role (4+ yrs)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3108960"/>
            <a:ext cx="85770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end-to-end Generative AI solutions, including multi-agentic systems, RAG pipelines, and LLM-powered applications tailored to enterprise problems.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design and deployment of LLMOps infrastructure on AWS with CI/CD automation, GenAI observability, and structured AI evaluation frameworks for production reliability.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prompt engineering best practices and build scalable Python-based ML/NLP services, containerized with Docker and version-controlled with Git.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cross-functional teams to translate business requirements into production-grade AI architectures and mentor engineers on GenAI, LLM, and evaluation best practices.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Suraj Singh</a:t>
            </a:r>
            <a:pPr indent="0" marL="0">
              <a:buNone/>
            </a:pPr>
            <a:r>
              <a:rPr lang="en-US" sz="24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168178   |   suraj.singh2@exlservice.com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817352" y="6355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468880" cy="237744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34440"/>
            <a:ext cx="213969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Client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2468880" cy="283464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3611880"/>
            <a:ext cx="21396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54680" y="1234440"/>
            <a:ext cx="8577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EXL   ·   Current Role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1600200"/>
            <a:ext cx="857707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delivered an AI-powered chatbot for analysts at a leading Payments industry client, leveraging LLMs to streamline data retrieval, query resolution, and analyst workflows.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Voice Tech-enabled Multi-Agentic solution for automated IT systems management, reducing manual intervention through autonomous monitoring and task execution.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GenAI-driven report automation solution for an Energy sector client, streamlining data consolidation and report generation workflows.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RAG-based chatbot for a Healthcare industry client, delivering accurate, context-aware responses grounded in domain-specific knowledge bases.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3703320"/>
            <a:ext cx="8577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Data Scientist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Innoplexus Consulting Services Pvt. Ltd.   ·   2 yrs 4 mos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4069080"/>
            <a:ext cx="8577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AI-driven products and predictive models to solve business problems and enable data-informed decision-making in the Life Sciences domain.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Clinical Trial Prediction Engine using machine learning to forecast trial outcomes and support strategic planning.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Site Recommendation Engine using NLP and regression-based algorithms to optimize clinical trial site selection.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Suraj Singh</a:t>
            </a:r>
            <a:pPr indent="0" marL="0">
              <a:buNone/>
            </a:pPr>
            <a:r>
              <a:rPr lang="en-US" sz="240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168178   |   suraj.singh2@exlservice.com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817352" y="6355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61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468880" cy="1188720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344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468880" cy="402336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423160"/>
            <a:ext cx="21396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54680" y="1234440"/>
            <a:ext cx="8577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+ M.Tech (Dual Degree), 2019</a:t>
            </a:r>
            <a:pPr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(IIT) Kharagpur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54680" y="2651760"/>
            <a:ext cx="8577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GenAI, AI, LLMs, Multi-Agentic Solutioning, AWS, Python, ML, NLP, Docker, Git, Prompt Engineering, RAG, CI/CD, LLMOps, GenAI Observability, AI Evaluations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4160520"/>
            <a:ext cx="8577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4526280"/>
            <a:ext cx="8577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Solution Architect — ADaSci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LLMs — NVIDIA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Advanced Topics — Anthropic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Developer Suite — Anthropic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 in Generative AI — Microsoft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Suraj Singh - AI Architect - Resume</dc:title>
  <dc:subject>PptxGenJS Presentation</dc:subject>
  <dc:creator>Suraj Singh</dc:creator>
  <cp:lastModifiedBy>Suraj Singh</cp:lastModifiedBy>
  <cp:revision>1</cp:revision>
  <dcterms:created xsi:type="dcterms:W3CDTF">2026-06-15T07:42:47Z</dcterms:created>
  <dcterms:modified xsi:type="dcterms:W3CDTF">2026-06-15T07:42:47Z</dcterms:modified>
</cp:coreProperties>
</file>